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ha K Harisha K" userId="b76a7aacc7a416a2" providerId="LiveId" clId="{92F4DEA7-8FD3-43DA-BB43-A39C85E3C0F5}"/>
    <pc:docChg chg="modSld">
      <pc:chgData name="Harisha K Harisha K" userId="b76a7aacc7a416a2" providerId="LiveId" clId="{92F4DEA7-8FD3-43DA-BB43-A39C85E3C0F5}" dt="2025-07-29T10:11:47.164" v="0" actId="1076"/>
      <pc:docMkLst>
        <pc:docMk/>
      </pc:docMkLst>
      <pc:sldChg chg="modSp mod">
        <pc:chgData name="Harisha K Harisha K" userId="b76a7aacc7a416a2" providerId="LiveId" clId="{92F4DEA7-8FD3-43DA-BB43-A39C85E3C0F5}" dt="2025-07-29T10:11:47.164" v="0" actId="1076"/>
        <pc:sldMkLst>
          <pc:docMk/>
          <pc:sldMk cId="3012319211" sldId="260"/>
        </pc:sldMkLst>
        <pc:picChg chg="mod">
          <ac:chgData name="Harisha K Harisha K" userId="b76a7aacc7a416a2" providerId="LiveId" clId="{92F4DEA7-8FD3-43DA-BB43-A39C85E3C0F5}" dt="2025-07-29T10:11:47.164" v="0" actId="1076"/>
          <ac:picMkLst>
            <pc:docMk/>
            <pc:sldMk cId="3012319211" sldId="260"/>
            <ac:picMk id="3" creationId="{AEC4DFB0-E9D5-1DFB-9026-D995C780B00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9A21-08F0-7760-FFD2-06F128D0B7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8582D-C856-F38C-BE27-EB2C3B94F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B4609-A2D0-23E9-BE02-3FC964E5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4897-9AF0-4AFA-9585-8C227EB6BDC1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5B5AA-7532-5874-C336-30526E3BA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67B83-57ED-5B56-600E-2C9F5E5DE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35A7-6625-4953-BB31-213E4CDE2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521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F07FD-4836-8827-3013-B6230FCC5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F5B87-CBFA-48A6-63F7-BE2F51A71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F2DE3-1221-BBF4-3FF6-F6056372A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4897-9AF0-4AFA-9585-8C227EB6BDC1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B7AA7-F910-1726-F03F-F69C82931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0049F-6CDD-80DB-6991-EC7313EF1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35A7-6625-4953-BB31-213E4CDE2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15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8EEFB-8E3E-1473-8F11-3BC24AC56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7057F-41E6-680A-0466-63E717DAF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82306-4CAE-7321-2A8F-8AB58FB48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4897-9AF0-4AFA-9585-8C227EB6BDC1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75F19-98E1-BDEF-980B-2BC1BF55F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7D551-C808-2A9A-E3B7-0E8F4F21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35A7-6625-4953-BB31-213E4CDE2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386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73B7E-76EE-3E0B-5943-2E1679B56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843A6-2615-F83A-E54E-5B15D9B23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F1C99-AF5C-C868-96F3-209DBDABD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76B87-AFDD-7E7C-8E81-00C03B4A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4897-9AF0-4AFA-9585-8C227EB6BDC1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2EF09-268D-BB4F-3E67-ABDB8C00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60C72-C305-5562-E5DC-6B070E0E7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35A7-6625-4953-BB31-213E4CDE2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837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93128-072A-6E72-FD03-A2A3F2E2C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FDD35-D54F-7CDE-3767-816FC3C65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DE44A0-EC0F-EA31-F953-31C1FD849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C4F7D-0DC9-4905-30C6-57092845B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4CFF6C-CA85-5D47-9C23-004D9552EB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AB6A9A-72D6-976C-B85F-55BAE790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4897-9AF0-4AFA-9585-8C227EB6BDC1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96DF69-A1E7-3D02-D35A-278219833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793A2D-0AA6-DEB1-CE00-F8975BB5E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35A7-6625-4953-BB31-213E4CDE2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16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1A6F-B5CE-3FA7-11BA-07E544C52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38748-E50C-952D-D3C4-A1E58E25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4897-9AF0-4AFA-9585-8C227EB6BDC1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11B36-F1FC-BD88-6579-8CE32FD4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1CC43-F194-7C6C-D48C-D7609EDE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35A7-6625-4953-BB31-213E4CDE2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126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D3E2C-344F-D8C4-5048-A95EABFE6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4897-9AF0-4AFA-9585-8C227EB6BDC1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5A828-9FC7-2BDF-A76E-6E39D0E1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134B5-8755-5E48-78A3-BD5A4FA6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35A7-6625-4953-BB31-213E4CDE2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35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40EB-FADD-B198-4311-94436FF17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F0708-8891-29AB-B95D-7E328EB34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35281-1DA2-3D4B-0E6D-0AE882060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4D562-5CA5-150B-9E32-150D9FBE8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4897-9AF0-4AFA-9585-8C227EB6BDC1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1C278-7F9E-8387-A7CE-434A2DCF2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09022-83E4-B9A0-6A32-62E7EA66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35A7-6625-4953-BB31-213E4CDE2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785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0ED9-90D9-D8B9-0316-A5D0D8A7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0B5A2B-C0AA-4E30-A280-97B88AACE5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7A3EB-20CB-BE7E-20CF-005CBACD0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16BF7-DD0D-7CA0-E1A5-C1BF0192C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4897-9AF0-4AFA-9585-8C227EB6BDC1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09BFF-9E91-5337-C34D-471579A52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5211B-E3FF-142D-5636-25BA3050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35A7-6625-4953-BB31-213E4CDE2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81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35EFB-F0F9-DF13-95C0-15C8D92C9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EE2977-505B-FFBE-120D-5F4E3AA43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9368D-036C-3D17-9D63-1EEA53C13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4897-9AF0-4AFA-9585-8C227EB6BDC1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C8AFF-EB53-EBB0-27F8-360005D21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43C7C-4658-4613-7771-CB3960DB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35A7-6625-4953-BB31-213E4CDE2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7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A8EE8C-15EF-5A6B-2BD4-C2B4C0277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6ADC3-F71A-8EE2-BC80-19655D077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EBF3B-9086-C523-680D-DF5420E63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4897-9AF0-4AFA-9585-8C227EB6BDC1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72B5D-4C9B-C9F4-8CE0-D25C33729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09896-88D7-891C-6DAD-CF3BC0FAF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35A7-6625-4953-BB31-213E4CDE2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882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267D5-71ED-0E6D-A11E-BC205F312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E4C53-E698-56A2-DE28-0EF56ECF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B55C6-EF22-6946-DAAC-894E3DA73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94897-9AF0-4AFA-9585-8C227EB6BDC1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74A7A-E325-301C-DD49-C6F56ADCCF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01CCC-6EBA-2EC2-E344-5D442FF46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C35A7-6625-4953-BB31-213E4CDE2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06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1F6F-F322-2ABB-B3A4-F6DE5944A9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D3A2AD-D9BA-0BCF-9137-6DCD0AEA19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close-up of a document&#10;&#10;AI-generated content may be incorrect.">
            <a:extLst>
              <a:ext uri="{FF2B5EF4-FFF2-40B4-BE49-F238E27FC236}">
                <a16:creationId xmlns:a16="http://schemas.microsoft.com/office/drawing/2014/main" id="{451BA9A6-349C-3B21-F3DD-3B25A38C6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909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5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social media diagram&#10;&#10;AI-generated content may be incorrect.">
            <a:extLst>
              <a:ext uri="{FF2B5EF4-FFF2-40B4-BE49-F238E27FC236}">
                <a16:creationId xmlns:a16="http://schemas.microsoft.com/office/drawing/2014/main" id="{9F738975-07A4-CB1F-5B5C-11313B00B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4380" y="0"/>
            <a:ext cx="1296638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42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D7BA31F8-6C07-2146-1AA5-C660CE822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588" y="0"/>
            <a:ext cx="12909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172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page with black text&#10;&#10;AI-generated content may be incorrect.">
            <a:extLst>
              <a:ext uri="{FF2B5EF4-FFF2-40B4-BE49-F238E27FC236}">
                <a16:creationId xmlns:a16="http://schemas.microsoft.com/office/drawing/2014/main" id="{21207AEF-7FA7-750D-BEC7-93CE8C983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7439" y="0"/>
            <a:ext cx="129855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28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ocial media application&#10;&#10;AI-generated content may be incorrect.">
            <a:extLst>
              <a:ext uri="{FF2B5EF4-FFF2-40B4-BE49-F238E27FC236}">
                <a16:creationId xmlns:a16="http://schemas.microsoft.com/office/drawing/2014/main" id="{AEC4DFB0-E9D5-1DFB-9026-D995C780B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091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19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EB6967-A00A-E0E7-56CE-9FE2D261F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7621" y="0"/>
            <a:ext cx="12909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24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document&#10;&#10;AI-generated content may be incorrect.">
            <a:extLst>
              <a:ext uri="{FF2B5EF4-FFF2-40B4-BE49-F238E27FC236}">
                <a16:creationId xmlns:a16="http://schemas.microsoft.com/office/drawing/2014/main" id="{62D0CF5A-B349-A2CE-6823-E13A4B348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70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D952F3-40A3-FEFF-9B35-264E31EF8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1"/>
            <a:ext cx="12582626" cy="699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39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and text on a white background&#10;&#10;AI-generated content may be incorrect.">
            <a:extLst>
              <a:ext uri="{FF2B5EF4-FFF2-40B4-BE49-F238E27FC236}">
                <a16:creationId xmlns:a16="http://schemas.microsoft.com/office/drawing/2014/main" id="{31C19985-0E8B-120A-AA51-73951A27F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150" y="0"/>
            <a:ext cx="12909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15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graph&#10;&#10;AI-generated content may be incorrect.">
            <a:extLst>
              <a:ext uri="{FF2B5EF4-FFF2-40B4-BE49-F238E27FC236}">
                <a16:creationId xmlns:a16="http://schemas.microsoft.com/office/drawing/2014/main" id="{0FD35AA2-C52B-7C61-A1F3-600FA7B42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588" y="0"/>
            <a:ext cx="12909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53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and black document with black text&#10;&#10;AI-generated content may be incorrect.">
            <a:extLst>
              <a:ext uri="{FF2B5EF4-FFF2-40B4-BE49-F238E27FC236}">
                <a16:creationId xmlns:a16="http://schemas.microsoft.com/office/drawing/2014/main" id="{F7D4937C-DA17-7800-B359-492BB9FAA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5228" y="0"/>
            <a:ext cx="12909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636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document with black text&#10;&#10;AI-generated content may be incorrect.">
            <a:extLst>
              <a:ext uri="{FF2B5EF4-FFF2-40B4-BE49-F238E27FC236}">
                <a16:creationId xmlns:a16="http://schemas.microsoft.com/office/drawing/2014/main" id="{F98A7AD5-6B34-BA8B-4FB6-BA3E9865C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7769" y="0"/>
            <a:ext cx="129091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1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hite and black report&#10;&#10;AI-generated content may be incorrect.">
            <a:extLst>
              <a:ext uri="{FF2B5EF4-FFF2-40B4-BE49-F238E27FC236}">
                <a16:creationId xmlns:a16="http://schemas.microsoft.com/office/drawing/2014/main" id="{315157F4-44D4-0AF5-F17E-DB1B59BA5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501" y="0"/>
            <a:ext cx="129855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65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0DF2D7-D724-75C4-EF27-E011B610A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2927" y="-88490"/>
            <a:ext cx="13616396" cy="694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922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Harisha K Harisha K</dc:creator>
  <cp:lastModifiedBy>Harisha K Harisha K</cp:lastModifiedBy>
  <cp:revision>1</cp:revision>
  <dcterms:created xsi:type="dcterms:W3CDTF">2025-07-29T03:08:25Z</dcterms:created>
  <dcterms:modified xsi:type="dcterms:W3CDTF">2025-07-29T10:11:56Z</dcterms:modified>
</cp:coreProperties>
</file>